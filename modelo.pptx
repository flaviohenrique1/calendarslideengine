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media/image2.svg" ContentType="image/svg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5321300" cy="7556500"/>
  <p:notesSz cx="7559675" cy="10691813"/>
  <p:embeddedFontLst>
    <p:embeddedFont>
      <p:font typeface="Poppins"/>
      <p:regular r:id="rId4"/>
    </p:embeddedFont>
    <p:embeddedFont>
      <p:font typeface="Amoresa Aged"/>
      <p:regular r:id="rId5"/>
    </p:embeddedFont>
    <p:embeddedFont>
      <p:font typeface="Microsoft YaHei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Amoresa_Aged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304920" y="291960"/>
          <a:ext cx="1110960" cy="1142640"/>
        </p:xfrm>
        <a:graphic>
          <a:graphicData uri="http://schemas.openxmlformats.org/drawingml/2006/table">
            <a:tbl>
              <a:tblPr/>
              <a:tblGrid>
                <a:gridCol w="158760"/>
                <a:gridCol w="158760"/>
                <a:gridCol w="158760"/>
                <a:gridCol w="158760"/>
                <a:gridCol w="158760"/>
                <a:gridCol w="158760"/>
                <a:gridCol w="158760"/>
              </a:tblGrid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T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Q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Q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</a:tr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4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5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6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7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8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9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10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11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12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13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14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15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16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17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18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19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20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21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22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23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24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25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26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27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28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29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30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31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" name="Group 1"/>
          <p:cNvGrpSpPr/>
          <p:nvPr/>
        </p:nvGrpSpPr>
        <p:grpSpPr>
          <a:xfrm>
            <a:off x="360000" y="6438960"/>
            <a:ext cx="4636080" cy="790560"/>
            <a:chOff x="360000" y="6438960"/>
            <a:chExt cx="4636080" cy="790560"/>
          </a:xfrm>
        </p:grpSpPr>
        <p:sp>
          <p:nvSpPr>
            <p:cNvPr id="4" name="Freeform 1"/>
            <p:cNvSpPr/>
            <p:nvPr/>
          </p:nvSpPr>
          <p:spPr>
            <a:xfrm>
              <a:off x="360000" y="6476400"/>
              <a:ext cx="4636080" cy="753120"/>
            </a:xfrm>
            <a:custGeom>
              <a:avLst/>
              <a:gdLst>
                <a:gd name="textAreaLeft" fmla="*/ 0 w 4636080"/>
                <a:gd name="textAreaRight" fmla="*/ 4639320 w 4636080"/>
                <a:gd name="textAreaTop" fmla="*/ 0 h 753120"/>
                <a:gd name="textAreaBottom" fmla="*/ 756720 h 753120"/>
              </a:gdLst>
              <a:ahLst/>
              <a:cxnLst/>
              <a:rect l="textAreaLeft" t="textAreaTop" r="textAreaRight" b="textAreaBottom"/>
              <a:pathLst>
                <a:path w="2375659" h="384874">
                  <a:moveTo>
                    <a:pt x="14914" y="0"/>
                  </a:moveTo>
                  <a:lnTo>
                    <a:pt x="2360744" y="0"/>
                  </a:lnTo>
                  <a:cubicBezTo>
                    <a:pt x="2368982" y="0"/>
                    <a:pt x="2375659" y="6677"/>
                    <a:pt x="2375659" y="14914"/>
                  </a:cubicBezTo>
                  <a:lnTo>
                    <a:pt x="2375659" y="369960"/>
                  </a:lnTo>
                  <a:cubicBezTo>
                    <a:pt x="2375659" y="378197"/>
                    <a:pt x="2368982" y="384874"/>
                    <a:pt x="2360744" y="384874"/>
                  </a:cubicBezTo>
                  <a:lnTo>
                    <a:pt x="14914" y="384874"/>
                  </a:lnTo>
                  <a:cubicBezTo>
                    <a:pt x="6677" y="384874"/>
                    <a:pt x="0" y="378197"/>
                    <a:pt x="0" y="369960"/>
                  </a:cubicBezTo>
                  <a:lnTo>
                    <a:pt x="0" y="14914"/>
                  </a:lnTo>
                  <a:cubicBezTo>
                    <a:pt x="0" y="6677"/>
                    <a:pt x="6677" y="0"/>
                    <a:pt x="14914" y="0"/>
                  </a:cubicBezTo>
                  <a:close/>
                </a:path>
              </a:pathLst>
            </a:custGeom>
            <a:solidFill>
              <a:srgbClr val="f7d8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TextBox 1"/>
            <p:cNvSpPr/>
            <p:nvPr/>
          </p:nvSpPr>
          <p:spPr>
            <a:xfrm>
              <a:off x="360000" y="6438960"/>
              <a:ext cx="4636080" cy="79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" name="Freeform 2"/>
          <p:cNvSpPr/>
          <p:nvPr/>
        </p:nvSpPr>
        <p:spPr>
          <a:xfrm>
            <a:off x="369360" y="6476400"/>
            <a:ext cx="529560" cy="753120"/>
          </a:xfrm>
          <a:custGeom>
            <a:avLst/>
            <a:gdLst>
              <a:gd name="textAreaLeft" fmla="*/ 0 w 529560"/>
              <a:gd name="textAreaRight" fmla="*/ 533160 w 529560"/>
              <a:gd name="textAreaTop" fmla="*/ 0 h 753120"/>
              <a:gd name="textAreaBottom" fmla="*/ 756720 h 753120"/>
            </a:gdLst>
            <a:ahLst/>
            <a:cxnLst/>
            <a:rect l="textAreaLeft" t="textAreaTop" r="textAreaRight" b="textAreaBottom"/>
            <a:pathLst>
              <a:path w="533025" h="756869">
                <a:moveTo>
                  <a:pt x="0" y="0"/>
                </a:moveTo>
                <a:lnTo>
                  <a:pt x="533025" y="0"/>
                </a:lnTo>
                <a:lnTo>
                  <a:pt x="533025" y="756869"/>
                </a:lnTo>
                <a:lnTo>
                  <a:pt x="0" y="7568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66040" y="301320"/>
            <a:ext cx="478836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66040" y="1767960"/>
            <a:ext cx="478836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"/>
          <p:cNvSpPr/>
          <p:nvPr/>
        </p:nvSpPr>
        <p:spPr>
          <a:xfrm>
            <a:off x="2340000" y="205920"/>
            <a:ext cx="716760" cy="169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53"/>
              </a:lnSpc>
            </a:pPr>
            <a:r>
              <a:rPr lang="en-US" sz="3180" b="0" u="none" strike="noStrike">
                <a:solidFill>
                  <a:srgbClr val="701212"/>
                </a:solidFill>
                <a:effectLst/>
                <a:uFillTx/>
                <a:latin typeface="Poppins"/>
                <a:ea typeface="Poppins"/>
              </a:rPr>
              <a:t>{{DIA}}</a:t>
            </a:r>
            <a:endParaRPr lang="pt-BR" sz="3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Box 3"/>
          <p:cNvSpPr/>
          <p:nvPr/>
        </p:nvSpPr>
        <p:spPr>
          <a:xfrm>
            <a:off x="1800000" y="720000"/>
            <a:ext cx="16178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34"/>
              </a:lnSpc>
            </a:pPr>
            <a:r>
              <a:rPr lang="en-US" sz="1500" b="0" u="none" strike="noStrike">
                <a:solidFill>
                  <a:srgbClr val="701212"/>
                </a:solidFill>
                <a:effectLst/>
                <a:uFillTx/>
                <a:latin typeface="Poppins"/>
                <a:ea typeface="Poppins"/>
              </a:rPr>
              <a:t>{{DIA_SEMANA}}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Box 4"/>
          <p:cNvSpPr/>
          <p:nvPr/>
        </p:nvSpPr>
        <p:spPr>
          <a:xfrm>
            <a:off x="3362040" y="234360"/>
            <a:ext cx="1639440" cy="11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88"/>
              </a:lnSpc>
              <a:tabLst>
                <a:tab algn="l" pos="0"/>
              </a:tabLst>
            </a:pPr>
            <a:r>
              <a:rPr lang="en-US" sz="3140" b="0" u="none" strike="noStrike">
                <a:solidFill>
                  <a:srgbClr val="701212"/>
                </a:solidFill>
                <a:effectLst/>
                <a:uFillTx/>
                <a:latin typeface="Amoresa Aged"/>
                <a:ea typeface="Amoresa Aged"/>
              </a:rPr>
              <a:t>{{MES}}</a:t>
            </a:r>
            <a:endParaRPr lang="pt-BR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" name="Table 5"/>
          <p:cNvGraphicFramePr/>
          <p:nvPr/>
        </p:nvGraphicFramePr>
        <p:xfrm>
          <a:off x="304920" y="291600"/>
          <a:ext cx="1110960" cy="1142640"/>
        </p:xfrm>
        <a:graphic>
          <a:graphicData uri="http://schemas.openxmlformats.org/drawingml/2006/table">
            <a:tbl>
              <a:tblPr/>
              <a:tblGrid>
                <a:gridCol w="158760"/>
                <a:gridCol w="158760"/>
                <a:gridCol w="158760"/>
                <a:gridCol w="158760"/>
                <a:gridCol w="158760"/>
                <a:gridCol w="158760"/>
                <a:gridCol w="158760"/>
              </a:tblGrid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T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Q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Q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d8ff"/>
                    </a:solidFill>
                  </a:tcPr>
                </a:tc>
              </a:tr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4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5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6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7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8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9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10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11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12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13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14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15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16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17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18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19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20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21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22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23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24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4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fdd26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25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26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27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28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29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30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ts val="1091"/>
                        </a:lnSpc>
                      </a:pPr>
                      <a:r>
                        <a:rPr lang="en-US" sz="780" b="0" u="none" strike="noStrike">
                          <a:solidFill>
                            <a:srgbClr val="701212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31</a:t>
                      </a:r>
                      <a:endParaRPr lang="pt-BR" sz="7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AutoShape 6"/>
          <p:cNvSpPr/>
          <p:nvPr/>
        </p:nvSpPr>
        <p:spPr>
          <a:xfrm>
            <a:off x="333360" y="243000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AutoShape 7"/>
          <p:cNvSpPr/>
          <p:nvPr/>
        </p:nvSpPr>
        <p:spPr>
          <a:xfrm>
            <a:off x="333360" y="214848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AutoShape 8"/>
          <p:cNvSpPr/>
          <p:nvPr/>
        </p:nvSpPr>
        <p:spPr>
          <a:xfrm>
            <a:off x="333360" y="186660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AutoShape 9"/>
          <p:cNvSpPr/>
          <p:nvPr/>
        </p:nvSpPr>
        <p:spPr>
          <a:xfrm>
            <a:off x="333360" y="158508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AutoShape 10"/>
          <p:cNvSpPr/>
          <p:nvPr/>
        </p:nvSpPr>
        <p:spPr>
          <a:xfrm>
            <a:off x="333360" y="468360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AutoShape 11"/>
          <p:cNvSpPr/>
          <p:nvPr/>
        </p:nvSpPr>
        <p:spPr>
          <a:xfrm>
            <a:off x="333360" y="327492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AutoShape 12"/>
          <p:cNvSpPr/>
          <p:nvPr/>
        </p:nvSpPr>
        <p:spPr>
          <a:xfrm>
            <a:off x="333360" y="552852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AutoShape 13"/>
          <p:cNvSpPr/>
          <p:nvPr/>
        </p:nvSpPr>
        <p:spPr>
          <a:xfrm>
            <a:off x="333360" y="383832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AutoShape 14"/>
          <p:cNvSpPr/>
          <p:nvPr/>
        </p:nvSpPr>
        <p:spPr>
          <a:xfrm>
            <a:off x="333360" y="609192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AutoShape 15"/>
          <p:cNvSpPr/>
          <p:nvPr/>
        </p:nvSpPr>
        <p:spPr>
          <a:xfrm>
            <a:off x="333360" y="637344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AutoShape 16"/>
          <p:cNvSpPr/>
          <p:nvPr/>
        </p:nvSpPr>
        <p:spPr>
          <a:xfrm>
            <a:off x="333360" y="271152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AutoShape 17"/>
          <p:cNvSpPr/>
          <p:nvPr/>
        </p:nvSpPr>
        <p:spPr>
          <a:xfrm>
            <a:off x="333360" y="496512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AutoShape 18"/>
          <p:cNvSpPr/>
          <p:nvPr/>
        </p:nvSpPr>
        <p:spPr>
          <a:xfrm>
            <a:off x="333360" y="299340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AutoShape 19"/>
          <p:cNvSpPr/>
          <p:nvPr/>
        </p:nvSpPr>
        <p:spPr>
          <a:xfrm>
            <a:off x="333360" y="524700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AutoShape 20"/>
          <p:cNvSpPr/>
          <p:nvPr/>
        </p:nvSpPr>
        <p:spPr>
          <a:xfrm>
            <a:off x="333360" y="355680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AutoShape 21"/>
          <p:cNvSpPr/>
          <p:nvPr/>
        </p:nvSpPr>
        <p:spPr>
          <a:xfrm>
            <a:off x="333360" y="581004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AutoShape 22"/>
          <p:cNvSpPr/>
          <p:nvPr/>
        </p:nvSpPr>
        <p:spPr>
          <a:xfrm>
            <a:off x="333360" y="412020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AutoShape 23"/>
          <p:cNvSpPr/>
          <p:nvPr/>
        </p:nvSpPr>
        <p:spPr>
          <a:xfrm>
            <a:off x="333360" y="4401720"/>
            <a:ext cx="4660920" cy="360"/>
          </a:xfrm>
          <a:prstGeom prst="line">
            <a:avLst/>
          </a:prstGeom>
          <a:ln cap="rnd" w="9525">
            <a:solidFill>
              <a:srgbClr val="9f96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28"/>
          <p:cNvSpPr/>
          <p:nvPr/>
        </p:nvSpPr>
        <p:spPr>
          <a:xfrm>
            <a:off x="1040400" y="6627600"/>
            <a:ext cx="388440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1369"/>
              </a:lnSpc>
            </a:pPr>
            <a:r>
              <a:rPr lang="en-US" sz="980" b="0" u="none" strike="noStrike">
                <a:solidFill>
                  <a:srgbClr val="701212"/>
                </a:solidFill>
                <a:effectLst/>
                <a:uFillTx/>
                <a:latin typeface="Poppins"/>
                <a:ea typeface="Poppins"/>
              </a:rPr>
              <a:t>{{versiculo}}.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29"/>
          <p:cNvSpPr/>
          <p:nvPr/>
        </p:nvSpPr>
        <p:spPr>
          <a:xfrm>
            <a:off x="1040400" y="7008120"/>
            <a:ext cx="388440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97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701212"/>
                </a:solidFill>
                <a:effectLst/>
                <a:uFillTx/>
                <a:latin typeface="Poppins"/>
                <a:ea typeface="Poppins"/>
              </a:rPr>
              <a:t>{{localizacao}}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DAG8zgKDiJY</dc:identifier>
  <dc:language>pt-BR</dc:language>
  <cp:lastModifiedBy/>
  <dcterms:modified xsi:type="dcterms:W3CDTF">2025-12-28T22:35:27Z</dcterms:modified>
  <cp:revision>17</cp:revision>
  <dc:subject/>
  <dc:title>Agenda 2026 - Impressão Lilás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